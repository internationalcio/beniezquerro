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-YRURE YRURE" userId="b9853e215ba9062b" providerId="LiveId" clId="{F8A9783C-2AF4-4C4C-9155-00BBDE5ED4AE}"/>
    <pc:docChg chg="custSel addSld modSld">
      <pc:chgData name="SANCHEZ-YRURE YRURE" userId="b9853e215ba9062b" providerId="LiveId" clId="{F8A9783C-2AF4-4C4C-9155-00BBDE5ED4AE}" dt="2025-11-28T12:03:57" v="3" actId="478"/>
      <pc:docMkLst>
        <pc:docMk/>
      </pc:docMkLst>
      <pc:sldChg chg="addSp delSp new mod">
        <pc:chgData name="SANCHEZ-YRURE YRURE" userId="b9853e215ba9062b" providerId="LiveId" clId="{F8A9783C-2AF4-4C4C-9155-00BBDE5ED4AE}" dt="2025-11-28T12:03:57" v="3" actId="478"/>
        <pc:sldMkLst>
          <pc:docMk/>
          <pc:sldMk cId="4062320971" sldId="256"/>
        </pc:sldMkLst>
        <pc:spChg chg="del">
          <ac:chgData name="SANCHEZ-YRURE YRURE" userId="b9853e215ba9062b" providerId="LiveId" clId="{F8A9783C-2AF4-4C4C-9155-00BBDE5ED4AE}" dt="2025-11-28T12:03:54.945" v="2" actId="478"/>
          <ac:spMkLst>
            <pc:docMk/>
            <pc:sldMk cId="4062320971" sldId="256"/>
            <ac:spMk id="2" creationId="{C2B7DEE8-EB3F-AD81-F739-8E264FB679E5}"/>
          </ac:spMkLst>
        </pc:spChg>
        <pc:spChg chg="del">
          <ac:chgData name="SANCHEZ-YRURE YRURE" userId="b9853e215ba9062b" providerId="LiveId" clId="{F8A9783C-2AF4-4C4C-9155-00BBDE5ED4AE}" dt="2025-11-28T12:03:57" v="3" actId="478"/>
          <ac:spMkLst>
            <pc:docMk/>
            <pc:sldMk cId="4062320971" sldId="256"/>
            <ac:spMk id="3" creationId="{81D2F60B-266A-994B-E233-223266CF927C}"/>
          </ac:spMkLst>
        </pc:spChg>
        <pc:picChg chg="add">
          <ac:chgData name="SANCHEZ-YRURE YRURE" userId="b9853e215ba9062b" providerId="LiveId" clId="{F8A9783C-2AF4-4C4C-9155-00BBDE5ED4AE}" dt="2025-11-28T12:03:50.036" v="1" actId="22"/>
          <ac:picMkLst>
            <pc:docMk/>
            <pc:sldMk cId="4062320971" sldId="256"/>
            <ac:picMk id="5" creationId="{7D61BA1E-0839-C23E-408C-2FCF98DDBA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6C26F-93DB-1EDA-BCD7-7EA1D38AE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B8EF2A-6A32-34F7-F5EF-377620E8A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3BF0F-529D-8B3F-769D-829839F5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48F5BE-15CC-2A3F-5BE6-58E07340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08F42-4ED9-3FCB-1C7D-5BBCF0E4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70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BC556-7B66-E36E-0FBA-E08DD996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29053C-4A53-28C1-84B5-DBE0AD368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886F69-B158-FDC5-5E8A-2794AB1D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95BD4A-8BA1-7BD4-F79A-CD26B910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A7214-CC88-2319-7292-CE169039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198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C9677-A683-AD48-BAC3-1FD30D9E0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325CA-C015-AC5E-2A96-049640BAA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54079-D5E1-33B6-ED51-1CF562C3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827DFF-B228-7841-B3EC-E81090D5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C22C6D-64B5-52B0-098B-B34172CD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996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07FCA-07C1-49C2-DF52-3013EBA1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4818C8-D8C6-044F-7867-43912FF73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2A7605-53BA-C260-001C-233F8F920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A7C6C0-AAD7-97AB-C809-B89254ED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F082CA-ABFC-9C89-84DE-9388FC56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B8CAA4-5218-464A-5187-8964FEAF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35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B9DD4-50AA-32B5-342D-42D1A105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6D2FD5-5F1B-A647-5958-DFE75E085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75E33E-87CC-974E-1849-AFA4C1DD2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2A0AB1-31AC-6F55-5664-1A5885158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0E40FE-AA5D-B159-1D15-5A4790232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8E71E9-DD90-A0C4-633B-59BA8696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A346EC-F83A-2947-C5F7-F625E6FE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879C0A-BF6A-B77A-76BD-0D321018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03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74C8E-7607-38FA-AC3E-40E6BF72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852535-14C8-F5E7-A137-207C83A6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FC989F-4206-B6DE-1309-AB3D4B91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8F5285-64B6-A67F-BB6E-A77798B4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65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FE2CE6-9BC2-2F67-D040-D3F01523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BF9399-EDEA-C291-D2F3-CA4704C3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26ADD1-0E95-D5E4-FC79-E6B80ACE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70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A51D4-113D-EB1F-7A5E-A8A42596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AB634-4B05-805B-D62E-8FD95EDE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2C42A8-9BC6-6377-0450-AEFA4D6E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5AD78A-60BC-0E3B-581D-98CC96DA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0E9FB2-DF68-D2EA-5B63-0652AD43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19148B-4A70-DC0F-5D77-2C246B4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455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4CEB4-9244-7CD6-9A95-80718318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803DC98-838B-EB84-FF9A-50F240551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4A935B-D292-2C9C-7708-104B1A7B2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D57B8A-56A4-227C-688D-CD18C49D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1F0791-367A-2242-0637-3F31C5CC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01239A-DFD1-611E-4FF8-4C3DAB57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36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D62A2-700D-4786-137D-14B08110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60EF24-B140-AC8B-7E78-8EF33DE04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9FC404-8B9E-3B16-5F90-880B233D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CF424-B819-5EFF-DD8E-C1B413FD5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C543C-CAA9-BD38-E3FD-87AFF897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73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CBDE45-4C1E-4A1C-52A6-45769A51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7ED2A3-BE1B-BDB5-63F3-2062602DD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E6582-38F5-BE1D-1077-EF493EAC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1F958-BC2C-009B-5260-B606B738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0ECAB4-2747-E5DE-0101-81606985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92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5C04ABD-9053-5C30-D7F3-59FD84C3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241921-9416-83C2-2BD6-F4A613E59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CBB59-0E4D-9661-5D50-03C0C0A3B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3B1C3-19FE-4D52-BD4F-CCA4B357FF33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BBC699-67B7-566E-6FEA-9281F39AB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AC328-F7F0-10DD-96B3-2D608D9AE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C534D-82E1-432C-83A3-D561EBFEA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540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61BA1E-0839-C23E-408C-2FCF98DD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20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Sanchez</dc:creator>
  <cp:lastModifiedBy>Miguel Angel Sanchez</cp:lastModifiedBy>
  <cp:revision>1</cp:revision>
  <dcterms:created xsi:type="dcterms:W3CDTF">2025-11-28T12:03:45Z</dcterms:created>
  <dcterms:modified xsi:type="dcterms:W3CDTF">2025-11-28T12:04:04Z</dcterms:modified>
</cp:coreProperties>
</file>